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Glacial Indifference" charset="1" panose="00000000000000000000"/>
      <p:regular r:id="rId9"/>
    </p:embeddedFont>
    <p:embeddedFont>
      <p:font typeface="Garet Light" charset="1" panose="00000000000000000000"/>
      <p:regular r:id="rId10"/>
    </p:embeddedFont>
    <p:embeddedFont>
      <p:font typeface="윤고딕" charset="1" panose="020B0503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0868" y="10008764"/>
            <a:ext cx="18869735" cy="120011"/>
            <a:chOff x="0" y="0"/>
            <a:chExt cx="4969807" cy="31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9807" cy="31608"/>
            </a:xfrm>
            <a:custGeom>
              <a:avLst/>
              <a:gdLst/>
              <a:ahLst/>
              <a:cxnLst/>
              <a:rect r="r" b="b" t="t" l="l"/>
              <a:pathLst>
                <a:path h="31608" w="4969807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007948" y="2792358"/>
            <a:ext cx="10272104" cy="303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23"/>
              </a:lnSpc>
            </a:pPr>
            <a:r>
              <a:rPr lang="en-US" sz="10368" spc="-103">
                <a:solidFill>
                  <a:srgbClr val="19191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Progress 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20382"/>
            <a:ext cx="297595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Navy Team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086557" y="8710857"/>
            <a:ext cx="4172743" cy="54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75"/>
              </a:lnSpc>
              <a:spcBef>
                <a:spcPct val="0"/>
              </a:spcBef>
            </a:pPr>
            <a:r>
              <a:rPr lang="en-US" sz="3197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박민혁, 이준엽, 이현수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0868" y="10008764"/>
            <a:ext cx="18869735" cy="120011"/>
            <a:chOff x="0" y="0"/>
            <a:chExt cx="4969807" cy="31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9807" cy="31608"/>
            </a:xfrm>
            <a:custGeom>
              <a:avLst/>
              <a:gdLst/>
              <a:ahLst/>
              <a:cxnLst/>
              <a:rect r="r" b="b" t="t" l="l"/>
              <a:pathLst>
                <a:path h="31608" w="4969807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378146" y="790575"/>
            <a:ext cx="388115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Navy Team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6108" y="944123"/>
            <a:ext cx="3104115" cy="79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Our plan</a:t>
            </a:r>
          </a:p>
        </p:txBody>
      </p:sp>
      <p:sp>
        <p:nvSpPr>
          <p:cNvPr name="AutoShape 7" id="7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cap="flat" w="38100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758166" y="3721851"/>
            <a:ext cx="8370571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Week 1~2: Midterm &amp; Planning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8166" y="4965182"/>
            <a:ext cx="8370571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Week 3~5: Study &amp; Design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8166" y="6208514"/>
            <a:ext cx="8370571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Week 6: Code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8166" y="7451845"/>
            <a:ext cx="8370571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Week 7~8: Test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0868" y="10008764"/>
            <a:ext cx="18869735" cy="120011"/>
            <a:chOff x="0" y="0"/>
            <a:chExt cx="4969807" cy="31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9807" cy="31608"/>
            </a:xfrm>
            <a:custGeom>
              <a:avLst/>
              <a:gdLst/>
              <a:ahLst/>
              <a:cxnLst/>
              <a:rect r="r" b="b" t="t" l="l"/>
              <a:pathLst>
                <a:path h="31608" w="4969807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w="19050" cap="sq">
              <a:solidFill>
                <a:srgbClr val="191919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828675"/>
            <a:ext cx="4463094" cy="9525"/>
          </a:xfrm>
          <a:prstGeom prst="line">
            <a:avLst/>
          </a:prstGeom>
          <a:ln cap="flat" w="38100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463094" y="2406367"/>
            <a:ext cx="5459632" cy="5414881"/>
          </a:xfrm>
          <a:custGeom>
            <a:avLst/>
            <a:gdLst/>
            <a:ahLst/>
            <a:cxnLst/>
            <a:rect r="r" b="b" t="t" l="l"/>
            <a:pathLst>
              <a:path h="5414881" w="5459632">
                <a:moveTo>
                  <a:pt x="0" y="0"/>
                </a:moveTo>
                <a:lnTo>
                  <a:pt x="5459632" y="0"/>
                </a:lnTo>
                <a:lnTo>
                  <a:pt x="5459632" y="5414881"/>
                </a:lnTo>
                <a:lnTo>
                  <a:pt x="0" y="541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26093" y="2165680"/>
            <a:ext cx="3079360" cy="5887162"/>
          </a:xfrm>
          <a:custGeom>
            <a:avLst/>
            <a:gdLst/>
            <a:ahLst/>
            <a:cxnLst/>
            <a:rect r="r" b="b" t="t" l="l"/>
            <a:pathLst>
              <a:path h="5887162" w="3079360">
                <a:moveTo>
                  <a:pt x="0" y="0"/>
                </a:moveTo>
                <a:lnTo>
                  <a:pt x="3079360" y="0"/>
                </a:lnTo>
                <a:lnTo>
                  <a:pt x="3079360" y="5887162"/>
                </a:lnTo>
                <a:lnTo>
                  <a:pt x="0" y="5887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8465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2547" y="2376674"/>
            <a:ext cx="2740547" cy="5474267"/>
          </a:xfrm>
          <a:custGeom>
            <a:avLst/>
            <a:gdLst/>
            <a:ahLst/>
            <a:cxnLst/>
            <a:rect r="r" b="b" t="t" l="l"/>
            <a:pathLst>
              <a:path h="5474267" w="2740547">
                <a:moveTo>
                  <a:pt x="0" y="0"/>
                </a:moveTo>
                <a:lnTo>
                  <a:pt x="2740547" y="0"/>
                </a:lnTo>
                <a:lnTo>
                  <a:pt x="2740547" y="5474267"/>
                </a:lnTo>
                <a:lnTo>
                  <a:pt x="0" y="5474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2252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10278" y="2165680"/>
            <a:ext cx="3844526" cy="5878070"/>
          </a:xfrm>
          <a:custGeom>
            <a:avLst/>
            <a:gdLst/>
            <a:ahLst/>
            <a:cxnLst/>
            <a:rect r="r" b="b" t="t" l="l"/>
            <a:pathLst>
              <a:path h="5878070" w="3844526">
                <a:moveTo>
                  <a:pt x="0" y="0"/>
                </a:moveTo>
                <a:lnTo>
                  <a:pt x="3844526" y="0"/>
                </a:lnTo>
                <a:lnTo>
                  <a:pt x="3844526" y="5878070"/>
                </a:lnTo>
                <a:lnTo>
                  <a:pt x="0" y="5878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52698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78146" y="790575"/>
            <a:ext cx="3881154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Navy Team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944123"/>
            <a:ext cx="4463094" cy="79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How we worked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DAG42wtYqJU</dc:identifier>
  <dcterms:modified xsi:type="dcterms:W3CDTF">2011-08-01T06:04:30Z</dcterms:modified>
  <cp:revision>1</cp:revision>
  <dc:title>Simple Presentation</dc:title>
</cp:coreProperties>
</file>